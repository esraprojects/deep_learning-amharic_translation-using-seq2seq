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Cleaning funnel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pairs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Raw</c:v>
                  </c:pt>
                  <c:pt idx="1">
                    <c:v>No empty / dup.</c:v>
                  </c:pt>
                  <c:pt idx="2">
                    <c:v>Script filter</c:v>
                  </c:pt>
                  <c:pt idx="3">
                    <c:v>Length / ratio</c:v>
                  </c:pt>
                  <c:pt idx="4">
                    <c:v>De-dup. sources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669145</c:v>
                </c:pt>
                <c:pt idx="1">
                  <c:v>669094</c:v>
                </c:pt>
                <c:pt idx="2">
                  <c:v>663293</c:v>
                </c:pt>
                <c:pt idx="3">
                  <c:v>442746</c:v>
                </c:pt>
                <c:pt idx="4">
                  <c:v>435665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2.97</c:v>
                </c:pt>
                <c:pt idx="1">
                  <c:v>12.16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8.57</c:v>
                </c:pt>
                <c:pt idx="1">
                  <c:v>19.46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BLEU by source length (long-sentence errors)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7.02</c:v>
                </c:pt>
                <c:pt idx="1">
                  <c:v>3.26</c:v>
                </c:pt>
                <c:pt idx="2">
                  <c:v>2.57</c:v>
                </c:pt>
                <c:pt idx="3">
                  <c:v>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15.52</c:v>
                </c:pt>
                <c:pt idx="1">
                  <c:v>9.67</c:v>
                </c:pt>
                <c:pt idx="2">
                  <c:v>7.28</c:v>
                </c:pt>
                <c:pt idx="3">
                  <c:v>7.04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goal: build, compare and deploy two LSTM translation models for English to Amharic.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pipeline is reproducible with one script: scripts/run_pipeline.sh.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MT560 was chosen: documented license and 3x more data than the habtew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Attention adds only 196k parameters (+2.5%).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was resumable, with checkpoints every 250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English → Amharic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DCEE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Machine Translation with Seq2Seq-LSTM and Attention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A526"/>
                </a:solidFill>
                <a:latin typeface="Nyala" pitchFamily="34" charset="0"/>
                <a:ea typeface="Nyala" pitchFamily="34" charset="-122"/>
                <a:cs typeface="Nyala" pitchFamily="34" charset="-120"/>
              </a:rPr>
              <a:t>ወደ ዩኒቨርሲቲ እሄዳለሁ።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Course Project  ·  Instructor: Fantahun Bogale Gereme  ·  Group: [member names]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esraprojects.github.io/deep_learning-amharic_translation-using-seq2seq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workflow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Develop, evaluate, compare and deploy an English→Amharic translator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MT560, cleaning, normalization, split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SentencePiece subwords, 8k per language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Seq2Seq-LSTM and Attention-LSTM, same budget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chrF, loss, time, parameters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29768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categories and attention maps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4672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Gradio, live browser demo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OPUS MT560 English–Amharic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Face: michsethowusu/english-amharic_sentence-pairs_mt560  ·  License: CC-BY-4.0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669,145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sentence pairs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427,665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pairs after cleaning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3k / 5k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/ test pairs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0" y="1645920"/>
          <a:ext cx="45720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503920" y="1737360"/>
            <a:ext cx="3200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Religious domain: Bible, Qur'an, Watchtower texts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Amharic has 4× more word types than English (rich morphology)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 word order in Amharic vs SVO in English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misaligned, duplicate and wrong-script pairs; homophone normalization (ሐ/ኀ/ሃ→ሀ, ሠ→ሰ, ዐ→አ, ፀ→ጸ)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models, same encoder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difference is the attention mechanism, so the comparison is fair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Seq2Seq + LSTM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7,995,200 parameters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BiLSTM encoder (2×128)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encoder state initializes a 2-layer LSTM decoder (256)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sentence squeezed into one fixed vector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 et al., 2014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Seq2Seq + LSTM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8,191,808 parameters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encoder and decoder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Luong global attention: score = hₜᵀ Wₐ h̄ₛ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cₜ = Σ aₜₛ h̄ₛ;  h̃ₜ = tanh(W꜀[hₜ; cₜ])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back at every source word at each step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configuration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for both models; 4-core CPU, no GPU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Hyper-parameter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units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(encoder 2×128 bidirectional)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encoder + 2 decoder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(length-bucketed)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1e-3, halved on validation plateau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Adam, gradient clip 1.0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(150-minute budget per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Cross-entropy, label smoothing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Vocabulary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SentencePiece unigram, 8k EN + 8k 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deep_learning-amharic_translation-using-seq2seq/results/figure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377440"/>
            <a:ext cx="5394960" cy="14386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309360" y="46634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were still improving when the time budget ended; the gap opens in epoch 1.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attention wins clearly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set, 5,000 sentences, greedy decoding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with attention (baseline 2.97)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19.46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chrF with attention (baseline 12.16)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loss with attention (baseline 3.97)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383280" y="1645920"/>
          <a:ext cx="4023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82880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4300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7,995,200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8,191,808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150.1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150.2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perplexity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/ sentence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 (batched)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680960" y="49377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 BLEU for +2.5% parameters; about 3 ms slower per sentence.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examples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Reference → Seq2Seq → Attention-LSTM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743200"/>
                <a:gridCol w="27432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(EN)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(AM)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 + 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years later, my father died.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ከስድስት አመት በኋላ አባቴ ሞተ።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አባቴ አባቴን ወለድኩ።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ከሁለት አመት በኋላ አባቴ ሞተ።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are some factors that promote this unity?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ለዚህ አንድነት አስተዋጽኦ ያደረጉት አንዳንድ ነገሮች ምንድን ናቸው?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ይህ ሲባል ምን ማለት ነው?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ይህን አንድነት ለማጠናከር አንዳንድ ምክንያቶች ምንድን ናቸው?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songs: 100, 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መዝሙሮች፦ 100, 87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መዝሙሮች፦ 10, 70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መዝሙሮች፦ 100, 87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must read the Bible every day.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(new sentence)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መጽሀፍ ቅዱስን ማጥናት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መጽሀፍ ቅዱስን በየእለቱ ማንበብ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am going to the university.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ወደ ዩኒቨርሲቲ እሄዳለሁ።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እኔ ግን እኔ ነኝ።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እኔ ደግሞ በስሜት ቆየሁ።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row shows the domain limit: everyday words such as “university” are rare in this religious corpus.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indicators on the test set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words (output too short)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words (output too long)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Word-order agreement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 (right stem, wrong affix)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entities correct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copied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38.28%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BLEU, sentences with rare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035040" y="5577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fixes under-translation, long sentences, names and numbers. Its main weakness is repetition (no coverage mechanism).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attention model looks 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generated Amharic subwords, columns = English source subwords</a:t>
            </a:r>
            <a:endParaRPr lang="en-US" sz="1600" dirty="0"/>
          </a:p>
        </p:txBody>
      </p:sp>
      <p:pic>
        <p:nvPicPr>
          <p:cNvPr id="4" name="Image 0" descr="/home/user/deep_learning-amharic_translation-using-seq2seq/results/figures/attention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670885"/>
          </a:xfrm>
          <a:prstGeom prst="rect">
            <a:avLst/>
          </a:prstGeom>
        </p:spPr>
      </p:pic>
      <p:pic>
        <p:nvPicPr>
          <p:cNvPr id="5" name="Image 1" descr="/home/user/deep_learning-amharic_translation-using-seq2seq/results/figures/attention_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37360"/>
            <a:ext cx="3291840" cy="27356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86968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SOV reordering: the final verb አስተምሯቸዋል attends back to “taught”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must read the Bible every day” → the order is reversed: Bible, every day, read, must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“we” becomes the verb suffix -ናል, so it has no attention row of its own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“university”: attention is diffuse and a frequent phrase is produced instead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 → encoder → attention decoder → Amharic output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 (FastAPI)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/translate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{"text": "I am going to the university."}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{"translation": "…"}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 (Gradio)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side by side, example sentences, live attention heatmap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models, tokenizers, dependencies and inference pipeline in one image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browser demo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Web on GitHub Pages; the model runs on the visitor's device, free and always online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esraprojects.github.io/deep_learning-amharic_translation-using-seq2seq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2.9×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of the attention model vs the baseline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 for attention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93.55%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copied correctly (baseline 38.28%)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or GPU training · beam search with repetition penalty · coverage / input feeding · more general-domain data · Transformer baseline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esraprojects.github.io/deep_learning-amharic_translation-using-seq2seq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English → Amharic NMT: Seq2Seq-LSTM vs Attention-LSTM</dc:title>
  <dc:subject>PptxGenJS Presentation</dc:subject>
  <dc:creator>PptxGenJS</dc:creator>
  <cp:lastModifiedBy>PptxGenJS</cp:lastModifiedBy>
  <cp:revision>1</cp:revision>
  <dcterms:created xsi:type="dcterms:W3CDTF">2026-09-30T02:09:21Z</dcterms:created>
  <dcterms:modified xsi:type="dcterms:W3CDTF">2026-09-30T02:09:21Z</dcterms:modified>
</cp:coreProperties>
</file>